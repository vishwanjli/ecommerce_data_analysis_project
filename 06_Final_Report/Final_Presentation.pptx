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225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13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2176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273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82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045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539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408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084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109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203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2582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84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5206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9599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3046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7717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3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2143433"/>
            <a:ext cx="5308866" cy="2000041"/>
          </a:xfrm>
        </p:spPr>
        <p:txBody>
          <a:bodyPr>
            <a:normAutofit fontScale="90000"/>
          </a:bodyPr>
          <a:lstStyle/>
          <a:p>
            <a:r>
              <a:rPr dirty="0"/>
              <a:t>E‑Commerce Data Analytics Project</a:t>
            </a:r>
          </a:p>
          <a:p>
            <a:r>
              <a:rPr dirty="0"/>
              <a:t>(Phases 1–6)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991897"/>
            <a:ext cx="5308866" cy="984081"/>
          </a:xfrm>
        </p:spPr>
        <p:txBody>
          <a:bodyPr/>
          <a:lstStyle/>
          <a:p>
            <a:endParaRPr lang="en-US" b="1" u="sng" dirty="0"/>
          </a:p>
          <a:p>
            <a:r>
              <a:rPr b="1" u="sng" dirty="0"/>
              <a:t>Summary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Phase 1: Data Collection &amp;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 499‑row, 16‑column e‑commerce dataset</a:t>
            </a:r>
          </a:p>
          <a:p>
            <a:pPr lvl="1"/>
            <a:r>
              <a:rPr dirty="0"/>
              <a:t>Profiling, anomaly detection, schema validation</a:t>
            </a:r>
          </a:p>
          <a:p>
            <a:pPr lvl="1"/>
            <a:r>
              <a:rPr dirty="0"/>
              <a:t>Data dictionary &amp; requirement understanding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Phase 2: Data Cleaning &amp;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 Removed nulls, duplicates, unwanted columns</a:t>
            </a:r>
          </a:p>
          <a:p>
            <a:pPr lvl="1"/>
            <a:r>
              <a:rPr dirty="0"/>
              <a:t> Converted dates &amp; extracted Year/Month/Day/</a:t>
            </a:r>
            <a:r>
              <a:rPr dirty="0" err="1"/>
              <a:t>DayOfWeek</a:t>
            </a:r>
            <a:endParaRPr dirty="0"/>
          </a:p>
          <a:p>
            <a:pPr lvl="1"/>
            <a:r>
              <a:rPr dirty="0"/>
              <a:t>Label Encoding for categorical fields</a:t>
            </a:r>
          </a:p>
          <a:p>
            <a:pPr lvl="1"/>
            <a:r>
              <a:rPr dirty="0"/>
              <a:t>Exported clean_data.csv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Statistical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Descriptive statistics</a:t>
            </a:r>
          </a:p>
          <a:p>
            <a:pPr lvl="1"/>
            <a:r>
              <a:rPr dirty="0"/>
              <a:t>Distribution &amp; correlation matrix</a:t>
            </a:r>
          </a:p>
          <a:p>
            <a:pPr lvl="1"/>
            <a:r>
              <a:rPr dirty="0"/>
              <a:t>T-test (Weekend vs Weekday)</a:t>
            </a:r>
          </a:p>
          <a:p>
            <a:pPr lvl="1"/>
            <a:r>
              <a:rPr dirty="0"/>
              <a:t>ANOVA / Chi-square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Phase 4: Data Visualization –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 Time-series revenue chart</a:t>
            </a:r>
          </a:p>
          <a:p>
            <a:pPr lvl="1"/>
            <a:r>
              <a:rPr dirty="0"/>
              <a:t>Distribution plots for Price/Discount</a:t>
            </a:r>
          </a:p>
          <a:p>
            <a:pPr lvl="1"/>
            <a:r>
              <a:rPr dirty="0"/>
              <a:t>Correlation heatmap</a:t>
            </a:r>
          </a:p>
          <a:p>
            <a:pPr lvl="1"/>
            <a:r>
              <a:rPr dirty="0"/>
              <a:t>Scatter &amp; violin plots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Phase 4: Dashboards (Power BI / Tableau)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KPI Cards: Revenue, AOV, Orders</a:t>
            </a:r>
          </a:p>
          <a:p>
            <a:pPr lvl="1"/>
            <a:r>
              <a:rPr dirty="0"/>
              <a:t>Category/Payment charts</a:t>
            </a:r>
          </a:p>
          <a:p>
            <a:pPr lvl="1"/>
            <a:r>
              <a:rPr dirty="0"/>
              <a:t>Interactive slicers</a:t>
            </a:r>
          </a:p>
          <a:p>
            <a:pPr lvl="1"/>
            <a:r>
              <a:rPr dirty="0"/>
              <a:t>Tableau-style mock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Phase 5: 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K-Means (RFM segmentation)</a:t>
            </a:r>
          </a:p>
          <a:p>
            <a:pPr lvl="1"/>
            <a:r>
              <a:rPr dirty="0"/>
              <a:t>Linear Regression (Final Price)</a:t>
            </a:r>
          </a:p>
          <a:p>
            <a:pPr lvl="1"/>
            <a:r>
              <a:rPr dirty="0"/>
              <a:t>Logistic Regression (Churn)</a:t>
            </a:r>
          </a:p>
          <a:p>
            <a:pPr lvl="1"/>
            <a:r>
              <a:rPr dirty="0"/>
              <a:t>Decision Tree Classifier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5: Model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Segmentation insights</a:t>
            </a:r>
          </a:p>
          <a:p>
            <a:pPr lvl="1"/>
            <a:r>
              <a:rPr dirty="0"/>
              <a:t>Prediction accuracy &amp; metrics</a:t>
            </a:r>
          </a:p>
          <a:p>
            <a:pPr lvl="1"/>
            <a:r>
              <a:rPr dirty="0"/>
              <a:t>Feature importance</a:t>
            </a:r>
          </a:p>
          <a:p>
            <a:pPr lvl="1"/>
            <a:r>
              <a:rPr dirty="0"/>
              <a:t>Exported .</a:t>
            </a:r>
            <a:r>
              <a:rPr dirty="0" err="1"/>
              <a:t>pkl</a:t>
            </a:r>
            <a:r>
              <a:rPr dirty="0"/>
              <a:t>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6: Excel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 Pivot Tables, SUMIFS</a:t>
            </a:r>
          </a:p>
          <a:p>
            <a:pPr lvl="1"/>
            <a:r>
              <a:rPr dirty="0"/>
              <a:t> VLOOKUP / INDEX‑MATCH</a:t>
            </a:r>
          </a:p>
          <a:p>
            <a:pPr lvl="1"/>
            <a:r>
              <a:rPr dirty="0"/>
              <a:t> Dynamic Dashboard with slicers</a:t>
            </a:r>
          </a:p>
          <a:p>
            <a:pPr lvl="1"/>
            <a:r>
              <a:rPr dirty="0"/>
              <a:t> VBA automation</a:t>
            </a:r>
          </a:p>
          <a:p>
            <a:pPr lvl="1"/>
            <a:r>
              <a:rPr dirty="0"/>
              <a:t> What‑If Analysis (Goal Seek, Scenarios)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Complete project report</a:t>
            </a:r>
          </a:p>
          <a:p>
            <a:pPr lvl="1"/>
            <a:r>
              <a:rPr dirty="0"/>
              <a:t>PowerPoint presentation</a:t>
            </a:r>
          </a:p>
          <a:p>
            <a:pPr lvl="1"/>
            <a:r>
              <a:rPr dirty="0"/>
              <a:t>Clean data + scripts + dashboards</a:t>
            </a:r>
          </a:p>
          <a:p>
            <a:pPr lvl="1"/>
            <a:r>
              <a:rPr dirty="0"/>
              <a:t>ML models &amp; documentation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 Complete end‑to‑end data analytics pipeline</a:t>
            </a:r>
          </a:p>
          <a:p>
            <a:pPr lvl="1"/>
            <a:r>
              <a:rPr dirty="0"/>
              <a:t> Valuable business insights</a:t>
            </a:r>
          </a:p>
          <a:p>
            <a:pPr lvl="1"/>
            <a:r>
              <a:rPr dirty="0"/>
              <a:t> Automated dashboards + ML predictions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</TotalTime>
  <Words>267</Words>
  <Application>Microsoft Office PowerPoint</Application>
  <PresentationFormat>On-screen Show (4:3)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Garamond</vt:lpstr>
      <vt:lpstr>Organic</vt:lpstr>
      <vt:lpstr>E‑Commerce Data Analytics Project (Phases 1–6)</vt:lpstr>
      <vt:lpstr>Phase 1: Data Collection &amp; Understanding</vt:lpstr>
      <vt:lpstr>Phase 2: Data Cleaning &amp; Transformation</vt:lpstr>
      <vt:lpstr>Phase 3: Statistical Analysis</vt:lpstr>
      <vt:lpstr>Phase 4: Data Visualization – Python</vt:lpstr>
      <vt:lpstr>Phase 4: Dashboards (Power BI / Tableau)</vt:lpstr>
      <vt:lpstr>Phase 5: Machine Learning Models</vt:lpstr>
      <vt:lpstr>Phase 5: Model Outputs</vt:lpstr>
      <vt:lpstr>Phase 6: Excel Analytics</vt:lpstr>
      <vt:lpstr>Final Deliverables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Vishwanjali Jamdade</cp:lastModifiedBy>
  <cp:revision>3</cp:revision>
  <dcterms:created xsi:type="dcterms:W3CDTF">2013-01-27T09:14:16Z</dcterms:created>
  <dcterms:modified xsi:type="dcterms:W3CDTF">2025-12-04T08:26:20Z</dcterms:modified>
  <cp:category/>
</cp:coreProperties>
</file>